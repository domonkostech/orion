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4114800" cy="41148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914400" cy="914400"/>
          </a:xfrm>
          <a:prstGeom prst="roundRect">
            <a:avLst/>
          </a:prstGeom>
          <a:solidFill>
            <a:srgbClr val="02809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45920" y="5486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645920" y="1234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Dokumentáció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Diákmunka Platform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TypeScript · Supabase · PostgreSQL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681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hónapos fejlesztés  ·  MVP fázis lezárva  ·  ~25 000 sor kód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Projekt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Célja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5603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az Orion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 miért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készült?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40480" y="3657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 Orion egy modern diákmunka platform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840480" y="1188720"/>
            <a:ext cx="4937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931920" y="120700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80560" y="12252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Közvetlen kapcsolat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0" y="15361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Diákok és cégek közvetlenül szerződnek — nincs közvetítő szövetkezet.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2103120"/>
            <a:ext cx="4937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31920" y="212140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80560" y="21396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Átlátható elszámolás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24505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Megszünteti a rejtett levonásokat és az anyagi hátrányokat.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0" y="3017520"/>
            <a:ext cx="4937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931920" y="303580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480560" y="30540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önkiszolgáló felület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33649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Cégek hirdetnek, diákok jelentkeznek — gyors, digitális folyamat.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0" y="3931920"/>
            <a:ext cx="4937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931920" y="395020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480560" y="39684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Biztonságos adminisztráció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80560" y="42793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Szerződéskötés és kommunikáció biztonságos platformon.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Frontend Technológiai Verem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841248"/>
          </a:xfrm>
          <a:prstGeom prst="roundRect">
            <a:avLst/>
          </a:prstGeom>
          <a:solidFill>
            <a:srgbClr val="EDF7F6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4864" cy="8412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149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16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19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Komponens-alapú UI, Virtual DOM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841248"/>
          </a:xfrm>
          <a:prstGeom prst="roundRect">
            <a:avLst/>
          </a:prstGeom>
          <a:solidFill>
            <a:srgbClr val="F0F4FF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54864" cy="8412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149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92040" y="1216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481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ESM, ultra-gyors HMR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965960"/>
            <a:ext cx="4114800" cy="841248"/>
          </a:xfrm>
          <a:prstGeom prst="roundRect">
            <a:avLst/>
          </a:prstGeom>
          <a:solidFill>
            <a:srgbClr val="EDF7F6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965960"/>
            <a:ext cx="54864" cy="8412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02082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NYELV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221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TypeScript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24871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Típusbiztonság, 25k+ sornál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965960"/>
            <a:ext cx="4114800" cy="841248"/>
          </a:xfrm>
          <a:prstGeom prst="roundRect">
            <a:avLst/>
          </a:prstGeom>
          <a:solidFill>
            <a:srgbClr val="F0F4FF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965960"/>
            <a:ext cx="54864" cy="8412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02082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STÍLUS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2040" y="2221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Vanilla CSS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24871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Variables, Flexbox, Grid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971800"/>
            <a:ext cx="4114800" cy="841248"/>
          </a:xfrm>
          <a:prstGeom prst="roundRect">
            <a:avLst/>
          </a:prstGeom>
          <a:solidFill>
            <a:srgbClr val="EDF7F6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971800"/>
            <a:ext cx="54864" cy="8412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02666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3227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API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34930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Boilerplate-mentes állapotkezelés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971800"/>
            <a:ext cx="4114800" cy="841248"/>
          </a:xfrm>
          <a:prstGeom prst="roundRect">
            <a:avLst/>
          </a:prstGeom>
          <a:solidFill>
            <a:srgbClr val="F0F4FF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971800"/>
            <a:ext cx="54864" cy="8412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02666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3227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Router 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92040" y="34930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Guards, jogosultságvédelem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3977640"/>
            <a:ext cx="4114800" cy="841248"/>
          </a:xfrm>
          <a:prstGeom prst="roundRect">
            <a:avLst/>
          </a:prstGeom>
          <a:solidFill>
            <a:srgbClr val="EDF7F6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3977640"/>
            <a:ext cx="54864" cy="8412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03250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ANIMÁCIÓ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" y="4233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Framer Motion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02920" y="44988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Glassmorphism, kártya-animációk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3977640"/>
            <a:ext cx="4114800" cy="841248"/>
          </a:xfrm>
          <a:prstGeom prst="roundRect">
            <a:avLst/>
          </a:prstGeom>
          <a:solidFill>
            <a:srgbClr val="F0F4FF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977640"/>
            <a:ext cx="54864" cy="8412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403250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ŰRLAPOK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92040" y="4233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Hook Form + Zod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892040" y="44988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Validáció, séma-alapú típusok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Frontend Architektúra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Feature-alapú mappastruktúra · Route Guards · Context API modulok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743200" cy="36576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27432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234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Mappastruktúra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71907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src/features/ — funkciónként csoportosítva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src/components/ — újrahasználható elemek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67004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src/contexts/ — globális állapotok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14553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src/hooks/ — egyedi React hook-ok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62102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src/server/ — API hívások, szervices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09651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src/types/ — TypeScript definíciók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234440"/>
            <a:ext cx="2743200" cy="36576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905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234440"/>
            <a:ext cx="2743200" cy="411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234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Biztonság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171907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Guard rendszer (IsLoggedIn.tsx)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219456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Szerepkör-alapú védelem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67004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kezelés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314553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Diák / Cég / Vendég nézetek szétválasztva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362102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authorization check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409651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Biztonságos redirect logika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1234440"/>
            <a:ext cx="2743200" cy="36576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234440"/>
            <a:ext cx="274320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1234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Főbb Modulok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171907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OrionAI — AI asszisztens integráció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219456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OrionMessenger — valós idejű chat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267004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MessengerProvider — chat állapot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314553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Jelöltkezelő — kártyás kanban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362102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Álláskereső — szűrés, rendezés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409651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&amp; Dokumentumkezelés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Backend &amp; Adatbázis Architektúra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0233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60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Supabase / PostgreSQL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" y="1444752"/>
            <a:ext cx="36576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44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6459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Robusztus, relációs DB; tranzakciókezelés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1984248"/>
            <a:ext cx="36576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9842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pgcrypto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218541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Szenzitív adatok szimmetrikus titkosítása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2523744"/>
            <a:ext cx="36576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5237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27249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Valós idejű feliratkozás (chat funkcióhoz)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3063240"/>
            <a:ext cx="36576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0632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" y="32644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 — DB-szintű jogosultság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" y="3602736"/>
            <a:ext cx="36576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6027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38039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PL/pgSQL tárolt eljárások (kevesebb round-trip)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4048" y="4142232"/>
            <a:ext cx="36576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41422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API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" y="43434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&amp; GraphQL API automatikus generálás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960120"/>
            <a:ext cx="42062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960120"/>
            <a:ext cx="420624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9601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Adatbázis Modul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73168" y="1463040"/>
            <a:ext cx="3986784" cy="731520"/>
          </a:xfrm>
          <a:prstGeom prst="roundRect">
            <a:avLst/>
          </a:prstGeom>
          <a:solidFill>
            <a:srgbClr val="EDF7F6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149961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321808" y="14996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Felhasználók (Users)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21808" y="17556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credentials, documents, tokens, statistics, favorites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73168" y="2304288"/>
            <a:ext cx="3986784" cy="73152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234086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321808" y="234086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Cégek (Companies)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21808" y="25968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companies, company_credentials, company_statistics, company_documents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73168" y="3145536"/>
            <a:ext cx="3986784" cy="731520"/>
          </a:xfrm>
          <a:prstGeom prst="roundRect">
            <a:avLst/>
          </a:prstGeom>
          <a:solidFill>
            <a:srgbClr val="EDF7F6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318211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💼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321808" y="31821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Álláshirdetések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21808" y="34381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advertisement, application, employment, employment_tasks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73168" y="3986784"/>
            <a:ext cx="3986784" cy="73152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402336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321808" y="40233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Kommunikáció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21808" y="42793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conversations, messages, notification_queue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Biztonság &amp; Adatvédelem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18872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Titkosított dokumentumok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34416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Személyi igazolvány és lakcímkártya pgp_sym_encrypt-tel titkosítva (BYTEA). Közvetlen lekérdezés nem lehetséges — csak get_decrypted_documents() RPC-n át.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60520" cy="118872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54864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49240" y="1051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Jelszó-kezelés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134416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jelszavak egy elkülönített user_credentials táblában hashelt formában tárolódnak (pl. bcrypt). Az alaptáblától való szétválasztás a minimális jogosultság elvét valósítja meg.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4160520" cy="118872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86000"/>
            <a:ext cx="54864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440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 alapú megerősítés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67004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Email-megerősítés és jelszó-helyreállítás egyedi, lejárati idővel (expires_at) rendelkező tokenekkel. A fiókok csak megerősítés után aktiválódnak.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286000"/>
            <a:ext cx="4160520" cy="118872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286000"/>
            <a:ext cx="54864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4924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JWT + Route Guards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267004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Frontend-szinten JWT token validáció, szerveroldali hitelesítéssel kombinálva. Role-based Route Guard rendszer: diák, cég, és vendég nézetek teljes szétválasztása.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611880"/>
            <a:ext cx="4160520" cy="118872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11880"/>
            <a:ext cx="54864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4400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Row Level Security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399592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RLS szabályok garantálják, hogy minden felhasználó kizárólag a saját adataihoz fér hozzá adatbázis szinten.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611880"/>
            <a:ext cx="4160520" cy="118872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611880"/>
            <a:ext cx="54864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49240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pgcrypto kiterjesztés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399592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EXTENSION IF NOT EXISTS pgcrypto; — minden Supabase projekten aktiválva. Ez biztosítja az adatbázis-szintű szimmetrikus titkosítást.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 Főbb Funkciók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két oldalra épül: diákok és munkaadó cégek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70432"/>
            <a:ext cx="4160520" cy="374904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70432"/>
            <a:ext cx="4160520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7043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👩‍🎓 Diákok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Regisztráció és profil létrehozás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121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Önéletrajz feltöltés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5237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Álláshirdetések böngészése, szűrése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Közvetlen jelentkezés cégekre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3284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Valós idejű üzenetküldés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7307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Kedvelt hirdetések mentése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41330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Profil- és önéletrajz statisztikák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45354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OrionAI asszisztens segítség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54880" y="1170432"/>
            <a:ext cx="4160520" cy="374904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170432"/>
            <a:ext cx="416052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17043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🏢 Cégek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17190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Cégprofil és dokumentumkezelés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37760" y="2121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Álláshirdetések közzétételе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37760" y="25237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Jelöltkezelő (kanban rendszer)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3776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Közvetlen kommunikáció jelöltekkel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37760" y="33284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Munkaviszony kezelése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37760" y="37307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Feladatkiosztás (employment_tasks)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37760" y="41330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Cég statisztikák és analitika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937760" y="45354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Hirdetések kezelése, szerkesztése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  Fejlesztési Statisztikák &amp; Minőség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65960" cy="1417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96596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6984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25k+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 TypeScript kód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960120"/>
            <a:ext cx="1965960" cy="1417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23160" y="960120"/>
            <a:ext cx="1965960" cy="1097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06984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423160" y="17373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Hónap fejlesztés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960120"/>
            <a:ext cx="1965960" cy="1417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960120"/>
            <a:ext cx="1965960" cy="1097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06984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0" y="17373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modul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960120"/>
            <a:ext cx="1965960" cy="1417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20840" y="960120"/>
            <a:ext cx="196596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106984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MVP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720840" y="17373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Fázis lezárva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606040"/>
            <a:ext cx="4160520" cy="960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606040"/>
            <a:ext cx="54864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679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TypeScript szigorú típusozás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" y="29718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25 000+ soros kódbázisnál elengedhetetlen — korai hibadetektálás, biztonságos refactoring.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2606040"/>
            <a:ext cx="4160520" cy="960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606040"/>
            <a:ext cx="54864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2679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Feature-alapú architektúra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73752" y="29718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Moduláris felépítés, ahol minden funkcióhoz tartozó kód egy helyen van — könnyű karbantarthatóság.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703320"/>
            <a:ext cx="4160520" cy="960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703320"/>
            <a:ext cx="54864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37764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SEO &amp; Teljesítmény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8912" y="40690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audit alapú mérőszámok, statikus eszközök optimalizálása, i18n támogatás.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3703320"/>
            <a:ext cx="4160520" cy="960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703320"/>
            <a:ext cx="54864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3752" y="37764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Tesztelés &amp; CI/CD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73752" y="40690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Minőségbiztosítási folyamat, fejlesztési pipeline és élesítési eljárásrend dokumentálva.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Orion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Átlátható · Gyors · Közvetlen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2743200"/>
            <a:ext cx="6400800" cy="1417320"/>
          </a:xfrm>
          <a:prstGeom prst="roundRect">
            <a:avLst/>
          </a:prstGeom>
          <a:solidFill>
            <a:srgbClr val="028090">
              <a:alpha val="85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2834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github.com/DomonkosTech/Orion</a:t>
            </a:r>
            <a:pPr algn="ctr" indent="0" marL="0"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TypeScript · Supabase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3364992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fázis lezárva · 6 hónap · ~25 000 sor kód · Diákmunka platform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Orion – Projekt Dokumentáció</dc:title>
  <dc:subject>PptxGenJS Presentation</dc:subject>
  <dc:creator>PptxGenJS</dc:creator>
  <cp:lastModifiedBy>PptxGenJS</cp:lastModifiedBy>
  <cp:revision>1</cp:revision>
  <dcterms:created xsi:type="dcterms:W3CDTF">2026-04-17T11:27:17Z</dcterms:created>
  <dcterms:modified xsi:type="dcterms:W3CDTF">2026-04-17T11:27:17Z</dcterms:modified>
</cp:coreProperties>
</file>